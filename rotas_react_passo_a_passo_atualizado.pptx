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Rotas no React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a passo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49808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</a:rPr>
              <a:t>Do zero até chamar componentes pela URL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" y="2468880"/>
            <a:ext cx="1691640" cy="301752"/>
          </a:xfrm>
          <a:prstGeom prst="roundRect">
            <a:avLst>
              <a:gd name="adj" fmla="val 2424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23744"/>
            <a:ext cx="15453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Ensino Médio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2468880"/>
            <a:ext cx="1965960" cy="301752"/>
          </a:xfrm>
          <a:prstGeom prst="roundRect">
            <a:avLst>
              <a:gd name="adj" fmla="val 2424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523744"/>
            <a:ext cx="181965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+ Router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2523744"/>
            <a:ext cx="1271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 código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4114800" cy="20574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54680"/>
            <a:ext cx="100584" cy="2057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6440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vamos fazer?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502152"/>
            <a:ext cx="3858768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1. Instalar React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2. Criar 3 componentes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3. Instalar as rotas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4. Exibir componentes com URL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3154680"/>
            <a:ext cx="4526280" cy="20574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3154680"/>
            <a:ext cx="100584" cy="2057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3264408"/>
            <a:ext cx="4270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Ideia central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3502152"/>
            <a:ext cx="4270248" cy="1618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rota é o caminho da URL que decide qual componente aparece na tela.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12680" y="960120"/>
            <a:ext cx="1600200" cy="5074920"/>
          </a:xfrm>
          <a:prstGeom prst="roundRect">
            <a:avLst>
              <a:gd name="adj" fmla="val 4571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463040"/>
            <a:ext cx="1097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/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home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/sobre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/contato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149840" y="4206240"/>
            <a:ext cx="1325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Cada caminho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mostra uma tela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Instalando o React desde o início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Vamos criar o projeto usando Vite, que é rápido e simples para iniciar.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5577840" cy="4480560"/>
          </a:xfrm>
          <a:prstGeom prst="roundRect">
            <a:avLst>
              <a:gd name="adj" fmla="val 1224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5577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591056"/>
            <a:ext cx="5285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Terminal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5303520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create vite@latest meu-projeto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Escolhas sugeridas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Framework: React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Variant: JavaScript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meu-projeto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dev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46520" y="1600200"/>
            <a:ext cx="4709160" cy="1920240"/>
          </a:xfrm>
          <a:prstGeom prst="roundRect">
            <a:avLst>
              <a:gd name="adj" fmla="val 238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600200"/>
            <a:ext cx="100584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09928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cada comando faz?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4453128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create vite: cria o projeto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cd: entra na pasta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npm install: baixa dependências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npm run dev: inicia o servidor 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46520" y="3703320"/>
            <a:ext cx="4709160" cy="132588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703320"/>
            <a:ext cx="100584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13048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Resultado esperado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29400" y="4050792"/>
            <a:ext cx="4453128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 React sobe no navegador e você já vê a aplicação funcionando em ambiente local.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5166360"/>
            <a:ext cx="470916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5166360"/>
            <a:ext cx="10058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5276088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Dica para a aula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5513832"/>
            <a:ext cx="4453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Mostre que o aluno não precisa decorar tudo. O importante é entender a sequência.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Estrutura inicial do projeto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Antes das rotas, o aluno precisa reconhecer os arquivos mais importantes.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840480" cy="3200400"/>
          </a:xfrm>
          <a:prstGeom prst="roundRect">
            <a:avLst>
              <a:gd name="adj" fmla="val 1714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591056"/>
            <a:ext cx="3547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Pastas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356616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meu-projeto/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main.jsx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components/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8105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7373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main.jsx: ponto de entrada da aplicação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83480" y="22677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1945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App.jsx: componente principal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83480" y="27249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65176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components/: pasta onde vamos criar as telas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" y="4983480"/>
            <a:ext cx="10378440" cy="9144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983480"/>
            <a:ext cx="100584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093208"/>
            <a:ext cx="10122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Leitura simples para o aluno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5330952"/>
            <a:ext cx="1012240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App é a “casa principal”. Dentro dela vamos organizar as páginas e depois ligar cada uma à sua rota.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Criando 3 componentes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Agora vamos criar três telas simples: Home, Sobre e Contato.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Home.jsx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src/components/Home.jsx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Sobre.jsx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src/components/Sobre.jsx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508760"/>
            <a:ext cx="3611880" cy="1828800"/>
          </a:xfrm>
          <a:prstGeom prst="roundRect">
            <a:avLst>
              <a:gd name="adj" fmla="val 3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50876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159105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Contato.jsx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92440" y="1947672"/>
            <a:ext cx="33375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src/components/Contato.jsx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749040"/>
            <a:ext cx="5212080" cy="118872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749040"/>
            <a:ext cx="10058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858768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 que é componente aqui?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4096512"/>
            <a:ext cx="4956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Cada arquivo é uma parte reutilizável da interface. Nesse caso, cada um representa uma página.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4983480" cy="118872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3749040"/>
            <a:ext cx="10058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858768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Ponto didático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09360" y="4096512"/>
            <a:ext cx="47274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Antes de falar de rota, reforce que rotas exibem componentes. Sem componente, não há página para mostrar.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5230368"/>
            <a:ext cx="10360152" cy="749808"/>
          </a:xfrm>
          <a:prstGeom prst="roundRect">
            <a:avLst>
              <a:gd name="adj" fmla="val 609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" y="5230368"/>
            <a:ext cx="10058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340096"/>
            <a:ext cx="10104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Teste rápido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" y="5577840"/>
            <a:ext cx="10104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Peça que os alunos troquem o texto de cada h2 para perceberem que cada componente é independente.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Instalação das rotas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Para trabalhar com URLs dentro do React, usamos react-router-dom.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754880" cy="1097280"/>
          </a:xfrm>
          <a:prstGeom prst="roundRect">
            <a:avLst>
              <a:gd name="adj" fmla="val 5000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4754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865376"/>
            <a:ext cx="4462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Comando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21992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react-router-dom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60020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600200"/>
            <a:ext cx="10058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709928"/>
            <a:ext cx="4407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Função da biblioteca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1947672"/>
            <a:ext cx="4407408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Ela permite criar caminhos como /, /sobre e /contato sem recarregar toda a página.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192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46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BrowserRouter: ativa o sistema de rotas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7764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033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Routes: agrupa as rotas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2336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160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Route: define qual componente aparece em cada caminho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6908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Link: navega entre páginas sem recarregar o site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5577840"/>
            <a:ext cx="4023360" cy="658368"/>
          </a:xfrm>
          <a:prstGeom prst="roundRect">
            <a:avLst>
              <a:gd name="adj" fmla="val 694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5577840"/>
            <a:ext cx="100584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687568"/>
            <a:ext cx="3767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Frase para fixação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5925312"/>
            <a:ext cx="3767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URL + componente = rota funcionando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Chamando os componentes via rotas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Aqui está o App.jsx com as importações e o mapeamento das rotas.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6720840" cy="4983480"/>
          </a:xfrm>
          <a:prstGeom prst="roundRect">
            <a:avLst>
              <a:gd name="adj" fmla="val 1101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6720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9616"/>
            <a:ext cx="6428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856232"/>
            <a:ext cx="6446520" cy="4453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"./components/Home"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"./components/Sobre"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"./components/Contato"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1600200"/>
            <a:ext cx="4114800" cy="141732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1600200"/>
            <a:ext cx="10058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0992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Leitura guiada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80960" y="1947672"/>
            <a:ext cx="38587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Quando a URL for “/”, aparece Home. Quando for “/sobre”, aparece Sobre. E assim por diante.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0" y="324612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3246120"/>
            <a:ext cx="10058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335584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Explicação curta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359359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path é o caminho. element é o componente que será renderizado.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4526280"/>
            <a:ext cx="411480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4526280"/>
            <a:ext cx="10058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463600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 comum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80960" y="4873752"/>
            <a:ext cx="3858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Esquecer os sinais &lt; &gt; em element={&lt;Home /&gt;} ou digitar path errado.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Navegando com Link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Agora o aluno pode clicar e mudar de página dentro do próprio sistema.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7132320" cy="5257800"/>
          </a:xfrm>
          <a:prstGeom prst="roundRect">
            <a:avLst>
              <a:gd name="adj" fmla="val 1043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25880"/>
            <a:ext cx="713232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08176"/>
            <a:ext cx="68397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 com Link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764792"/>
            <a:ext cx="6858000" cy="4727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"./components/Home"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"./components/Sobre"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"./components/Contato"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64592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645920"/>
            <a:ext cx="10058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75564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Por que usar Link?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38160" y="1993392"/>
            <a:ext cx="33101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Ele navega sem recarregar a página, deixando a aplicação mais fluida.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3063240"/>
            <a:ext cx="35661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063240"/>
            <a:ext cx="10058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317296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Comparação importante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3410712"/>
            <a:ext cx="3310128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href recarrega. Link to troca a rota dentro do React.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480560"/>
            <a:ext cx="3566160" cy="1051560"/>
          </a:xfrm>
          <a:prstGeom prst="roundRect">
            <a:avLst>
              <a:gd name="adj" fmla="val 4348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4480560"/>
            <a:ext cx="100584" cy="10515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59028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Demonstração em sala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828032"/>
            <a:ext cx="331012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Clique em cada link e mostre a URL mudando junto com o conteúdo.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Código completo do projeto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Versão final mínima para os alunos copiarem, testarem e depois melhorarem.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749040" cy="2880360"/>
          </a:xfrm>
          <a:prstGeom prst="roundRect">
            <a:avLst>
              <a:gd name="adj" fmla="val 1905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37490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499616"/>
            <a:ext cx="34564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main.jsx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1856232"/>
            <a:ext cx="3474720" cy="2350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src/main.jsx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ReactDOM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"react-dom/client"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"./App"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ReactDOM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createRoot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"root"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React.StrictMode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React.StrictMode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26280" y="1417320"/>
            <a:ext cx="3611880" cy="4297680"/>
          </a:xfrm>
          <a:prstGeom prst="roundRect">
            <a:avLst>
              <a:gd name="adj" fmla="val 1519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417320"/>
            <a:ext cx="36118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499616"/>
            <a:ext cx="33192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Componentes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856232"/>
            <a:ext cx="333756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src/components/Home.jsx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src/components/Sobre.jsx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src/components/Contato.jsx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ágina 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39328" y="141732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417320"/>
            <a:ext cx="329184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499616"/>
            <a:ext cx="29992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App.jsx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76488" y="1856232"/>
            <a:ext cx="3017520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src/App.jsx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"react-router-dom"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Home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"./components/Home"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Sobre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"./components/Sobre"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Contato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"./components/Contato"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/sobre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Sobre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5897880"/>
            <a:ext cx="2880360" cy="621792"/>
          </a:xfrm>
          <a:prstGeom prst="roundRect">
            <a:avLst>
              <a:gd name="adj" fmla="val 735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5897880"/>
            <a:ext cx="100584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6007608"/>
            <a:ext cx="2624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Objetivo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6245352"/>
            <a:ext cx="2624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Primeiro fazer funcionar. Depois estilizar.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 que explicar enquanto mostra o código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Sugestão de fala didática para a aula.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6733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React cria componentes.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305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React Router decide qual componente aparece pela URL.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5877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146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BrowserRouter liga o sistema de rotas.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0449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718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Routes organiza todas as rotas.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5021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4290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Route liga um caminho a um componente.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862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Link permite navegar sem recarregar a aplicação.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1737360"/>
            <a:ext cx="338328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737360"/>
            <a:ext cx="10058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184708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Frase-chave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55280" y="2084832"/>
            <a:ext cx="3127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rota é uma ponte entre o endereço e a tela.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0" y="2834640"/>
            <a:ext cx="3383280" cy="1005840"/>
          </a:xfrm>
          <a:prstGeom prst="roundRect">
            <a:avLst>
              <a:gd name="adj" fmla="val 454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834640"/>
            <a:ext cx="10058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94436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Pergunta para a turma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0" y="3182112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 a URL for /contato, qual componente deve aparecer?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4160520"/>
            <a:ext cx="3383280" cy="914400"/>
          </a:xfrm>
          <a:prstGeom prst="roundRect">
            <a:avLst>
              <a:gd name="adj" fmla="val 5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4160520"/>
            <a:ext cx="10058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427024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Mini desafio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4507992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Trocar “Contato” por “Equipe” e criar a nova rota.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Erros comuns dos iniciantes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Antecipar esses pontos evita travamentos durante a prática.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627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54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Não instalar react-router-dom antes de importar.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41248" y="20848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116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Esquecer de importar Home, Sobre ou Contato no App.jsx.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25420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4688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Digitar element={Home} em vez de element={&lt;Home /&gt;}.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9992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9260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Usar href no lugar de Link.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1248" y="34564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383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Criar a rota, mas esquecer de criar o componente.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3913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3840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Salvar o arquivo com nome diferente do import.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1248" y="5120640"/>
            <a:ext cx="9326880" cy="841248"/>
          </a:xfrm>
          <a:prstGeom prst="roundRect">
            <a:avLst>
              <a:gd name="adj" fmla="val 543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120640"/>
            <a:ext cx="100584" cy="8412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230368"/>
            <a:ext cx="9070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Mensagem ao aluno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24128" y="5468112"/>
            <a:ext cx="90708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Errar aqui é normal. O importante é comparar o código com calma e testar uma parte por vez.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Exercício para praticar em sala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Aplicação pequena e objetiva para consolidar o conteúdo.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937760" cy="1463040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10058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18488"/>
            <a:ext cx="4681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Desafio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46817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Crie 3 páginas: Início, Cursos e Contato. Depois monte um menu com Link e associe cada tela a uma rota.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97880" y="1508760"/>
            <a:ext cx="5257800" cy="1783080"/>
          </a:xfrm>
          <a:prstGeom prst="roundRect">
            <a:avLst>
              <a:gd name="adj" fmla="val 256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508760"/>
            <a:ext cx="100584" cy="1783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618488"/>
            <a:ext cx="5001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Regras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80760" y="1856232"/>
            <a:ext cx="5001768" cy="1344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1. Usar 3 componentes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2. Instalar react-router-dom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3. Criar o App.jsx com Routes e Route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4. Testar clicando em cada Link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2926080" cy="1417320"/>
          </a:xfrm>
          <a:prstGeom prst="roundRect">
            <a:avLst>
              <a:gd name="adj" fmla="val 3871"/>
            </a:avLst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20440"/>
            <a:ext cx="2926080" cy="347472"/>
          </a:xfrm>
          <a:prstGeom prst="roundRect">
            <a:avLst>
              <a:gd name="adj" fmla="val 1578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02736"/>
            <a:ext cx="26334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Rotas sugeridas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959352"/>
            <a:ext cx="26517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Exemplo de caminhos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/cursos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/contato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520440"/>
            <a:ext cx="7086600" cy="1417320"/>
          </a:xfrm>
          <a:prstGeom prst="roundRect">
            <a:avLst>
              <a:gd name="adj" fmla="val 322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69080" y="3520440"/>
            <a:ext cx="100584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3630168"/>
            <a:ext cx="6830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Extensão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51960" y="3867912"/>
            <a:ext cx="683056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Depois, peça para mudar as cores, adicionar títulos e organizar um layout mais bonito.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Fechamento da aula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</a:rPr>
              <a:t>Resumo final para o aluno sair entendendo o fluxo completo.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647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Instalamos o React com Vite.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219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Criamos 3 componentes.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Instalamos o react-router-dom.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1363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Criamos as rotas no App.jsx.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5935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Usamos Link para navegar entre as páginas.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26680" y="1828800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1828800"/>
            <a:ext cx="100584" cy="8229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193852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Resumo em 1 frase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9560" y="2176272"/>
            <a:ext cx="3172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 URL escolhe o componente que o usuário vê.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3063240"/>
            <a:ext cx="3429000" cy="822960"/>
          </a:xfrm>
          <a:prstGeom prst="roundRect">
            <a:avLst>
              <a:gd name="adj" fmla="val 5556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3063240"/>
            <a:ext cx="100584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317296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Próximo passo possível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3410712"/>
            <a:ext cx="3172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Rotas dinâmicas com :id e página 404.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4297680"/>
            <a:ext cx="3429000" cy="868680"/>
          </a:xfrm>
          <a:prstGeom prst="roundRect">
            <a:avLst>
              <a:gd name="adj" fmla="val 526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26680" y="4297680"/>
            <a:ext cx="10058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4407408"/>
            <a:ext cx="3172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Mensagem final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09560" y="4645152"/>
            <a:ext cx="31729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Primeiro faça o básico funcionar. Depois evolua a aplicação.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Rotas no React - passo a passo</dc:title>
  <dc:subject>React Router para iniciantes</dc:subject>
  <dc:creator>OpenAI</dc:creator>
  <cp:lastModifiedBy>OpenAI</cp:lastModifiedBy>
  <cp:revision>1</cp:revision>
  <dcterms:created xsi:type="dcterms:W3CDTF">2026-03-09T19:15:00Z</dcterms:created>
  <dcterms:modified xsi:type="dcterms:W3CDTF">2026-03-09T19:15:00Z</dcterms:modified>
</cp:coreProperties>
</file>